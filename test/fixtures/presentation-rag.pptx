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Énergie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Nord</c:v>
                </c:pt>
                <c:pt idx="1">
                  <c:v>Sud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</c:v>
                </c:pt>
                <c:pt idx="1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CONFIDENTIELLE DE TEST : vérifier la validation qualité.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Deuxième étape : livraison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 jalon de livraison est prévu pour octobre.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Première étape : diagnostic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Consommation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 kWh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 kWh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